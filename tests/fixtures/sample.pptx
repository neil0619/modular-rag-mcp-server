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Slide 1 body content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Slide 2 body content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